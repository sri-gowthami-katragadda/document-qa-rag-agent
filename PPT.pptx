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950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60604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Q&amp;A RAG Agent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3520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(Learning LangGraph and LangChain)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8869680" cy="658368"/>
          </a:xfrm>
          <a:prstGeom prst="roundRect">
            <a:avLst>
              <a:gd name="adj" fmla="val 8333"/>
            </a:avLst>
          </a:prstGeom>
          <a:solidFill>
            <a:srgbClr val="DCE2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04088" y="1892808"/>
            <a:ext cx="347472" cy="34747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04088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Use Case &amp; Requirements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560320"/>
            <a:ext cx="8869680" cy="658368"/>
          </a:xfrm>
          <a:prstGeom prst="roundRect">
            <a:avLst>
              <a:gd name="adj" fmla="val 8333"/>
            </a:avLst>
          </a:prstGeom>
          <a:solidFill>
            <a:srgbClr val="E9ED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04088" y="2715768"/>
            <a:ext cx="347472" cy="34747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04088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8869680" cy="658368"/>
          </a:xfrm>
          <a:prstGeom prst="roundRect">
            <a:avLst>
              <a:gd name="adj" fmla="val 8333"/>
            </a:avLst>
          </a:prstGeom>
          <a:solidFill>
            <a:srgbClr val="F1F4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04088" y="3538728"/>
            <a:ext cx="347472" cy="34747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4088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383280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Workflow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4206240"/>
            <a:ext cx="8869680" cy="658368"/>
          </a:xfrm>
          <a:prstGeom prst="roundRect">
            <a:avLst>
              <a:gd name="adj" fmla="val 8333"/>
            </a:avLst>
          </a:prstGeom>
          <a:solidFill>
            <a:srgbClr val="D7DE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04088" y="4361688"/>
            <a:ext cx="347472" cy="34747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04088" y="4361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206240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Workflow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5029200"/>
            <a:ext cx="8869680" cy="658368"/>
          </a:xfrm>
          <a:prstGeom prst="roundRect">
            <a:avLst>
              <a:gd name="adj" fmla="val 8333"/>
            </a:avLst>
          </a:prstGeom>
          <a:solidFill>
            <a:srgbClr val="DCE2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04088" y="5184648"/>
            <a:ext cx="347472" cy="347472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04088" y="5184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029200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UI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Use Case &amp; Requirements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started as a hands-on way to learn LangChain and LangGraph — by implementing a real, working Retrieval-Augmented Generation (RAG) agent instead of just reading about the concepts.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case: a Document Q&amp;A agent — </a:t>
            </a:r>
            <a:r>
              <a:rPr lang="en-US" sz="145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own documents (PDF, TXT, DOCX) and ask natural-language questions against them, with every answer grounded strictly in the uploaded content and traceable back to its source.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stands for Retrieval-Augmented Generation </a:t>
            </a:r>
            <a:r>
              <a:rPr lang="en-US" sz="1350" i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retrieving the most relevant document chunks before generating an answer, instead of relying on the model’s training data alone.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3611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069080"/>
            <a:ext cx="11155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support for PDF, TXT and DOCX files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chunking, embedding and vector storage of content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 — answers strictly from retrieved chunks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 name and page number returned with every answer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out-of-scope questions instead of guessing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Self-verifies groundedness before showing an answer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single Streamlit application </a:t>
            </a: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orchestrates the full RAG pipeline — no separate backend required for this POC.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LangChain for document loading, chunking, embeddings and retrieval, </a:t>
            </a: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LangGraph to orchestrate a stateful, self-checking query workflow.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five-node LangGraph state machine </a:t>
            </a: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(Retrieve → Grade → Generate → Check → No-context) so the agent recognizes when it lacks relevant information instead of guessing.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a groundedness-verification layer </a:t>
            </a: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every answer is checked against retrieved context before being shown to the user.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source file name and page number </a:t>
            </a: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every answer, so users can verify claims against the original document.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embeddings locally in a Chroma vector store, </a:t>
            </a: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collection per session, so re-indexing isn’t required between questions.</a:t>
            </a:r>
            <a:endParaRPr lang="en-US" sz="1400" dirty="0"/>
          </a:p>
          <a:p>
            <a:pPr marL="203200" indent="-2032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architecture to extend easily </a:t>
            </a:r>
            <a:r>
              <a:rPr lang="en-US" sz="1400" dirty="0">
                <a:solidFill>
                  <a:srgbClr val="22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new file types, retrieval strategies, and LLM providers as the POC matures.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57214" y="1045029"/>
            <a:ext cx="11677572" cy="5447211"/>
          </a:xfrm>
          <a:prstGeom prst="roundRect">
            <a:avLst>
              <a:gd name="adj" fmla="val 1600"/>
            </a:avLst>
          </a:prstGeom>
          <a:solidFill>
            <a:srgbClr val="F7F8FB"/>
          </a:solidFill>
          <a:ln w="12700">
            <a:solidFill>
              <a:srgbClr val="D7DCE5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7D5582-0B38-F30C-815A-A490FE148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694" y="914400"/>
            <a:ext cx="11401386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55680" cy="4572000"/>
          </a:xfrm>
          <a:prstGeom prst="roundRect">
            <a:avLst>
              <a:gd name="adj" fmla="val 1600"/>
            </a:avLst>
          </a:prstGeom>
          <a:solidFill>
            <a:srgbClr val="F7F8FB"/>
          </a:solidFill>
          <a:ln w="12700">
            <a:solidFill>
              <a:srgbClr val="D7DCE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A84C8-FAD2-6BD1-967C-773A43C81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40080"/>
            <a:ext cx="11110894" cy="55554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5A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11155680" cy="4572000"/>
          </a:xfrm>
          <a:prstGeom prst="roundRect">
            <a:avLst>
              <a:gd name="adj" fmla="val 1600"/>
            </a:avLst>
          </a:prstGeom>
          <a:solidFill>
            <a:srgbClr val="F7F8FB"/>
          </a:solidFill>
          <a:ln w="12700">
            <a:solidFill>
              <a:srgbClr val="D7DCE5"/>
            </a:solidFill>
            <a:prstDash val="dash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6F42CA-547F-928A-5782-0F23480AD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37" y="1688281"/>
            <a:ext cx="9355494" cy="39386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367</Words>
  <Application>Microsoft Office PowerPoint</Application>
  <PresentationFormat>Widescreen</PresentationFormat>
  <Paragraphs>43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 Gowtami Katragadda</cp:lastModifiedBy>
  <cp:revision>3</cp:revision>
  <dcterms:created xsi:type="dcterms:W3CDTF">2026-09-23T05:44:30Z</dcterms:created>
  <dcterms:modified xsi:type="dcterms:W3CDTF">2026-09-23T06:18:32Z</dcterms:modified>
</cp:coreProperties>
</file>